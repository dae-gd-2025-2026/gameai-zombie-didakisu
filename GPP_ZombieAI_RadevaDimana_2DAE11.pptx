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0" r:id="rId7"/>
    <p:sldId id="258" r:id="rId8"/>
    <p:sldId id="259" r:id="rId9"/>
    <p:sldId id="262" r:id="rId10"/>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ele Yosha" userId="9e46ddaf-df5a-4623-8add-fe0b947d6181" providerId="ADAL" clId="{C0C05178-E97F-4600-9777-1D4069F9BFD8}"/>
    <pc:docChg chg="custSel modSld">
      <pc:chgData name="Vandaele Yosha" userId="9e46ddaf-df5a-4623-8add-fe0b947d6181" providerId="ADAL" clId="{C0C05178-E97F-4600-9777-1D4069F9BFD8}" dt="2021-12-17T14:48:31.752" v="124" actId="114"/>
      <pc:docMkLst>
        <pc:docMk/>
      </pc:docMkLst>
      <pc:sldChg chg="modSp mod">
        <pc:chgData name="Vandaele Yosha" userId="9e46ddaf-df5a-4623-8add-fe0b947d6181" providerId="ADAL" clId="{C0C05178-E97F-4600-9777-1D4069F9BFD8}" dt="2021-12-17T14:48:31.752" v="124" actId="114"/>
        <pc:sldMkLst>
          <pc:docMk/>
          <pc:sldMk cId="949077770" sldId="256"/>
        </pc:sldMkLst>
        <pc:spChg chg="mod">
          <ac:chgData name="Vandaele Yosha" userId="9e46ddaf-df5a-4623-8add-fe0b947d6181" providerId="ADAL" clId="{C0C05178-E97F-4600-9777-1D4069F9BFD8}" dt="2021-12-17T14:48:31.752" v="124" actId="114"/>
          <ac:spMkLst>
            <pc:docMk/>
            <pc:sldMk cId="949077770" sldId="256"/>
            <ac:spMk id="3" creationId="{510651AA-5F60-4B6E-8386-AEA67C018DF4}"/>
          </ac:spMkLst>
        </pc:spChg>
      </pc:sldChg>
    </pc:docChg>
  </pc:docChgLst>
  <pc:docChgLst>
    <pc:chgData name="Boury Fries" userId="3f8d8554-fab3-4764-ac68-3715b85b6c80" providerId="ADAL" clId="{4E627FB3-04C7-446E-862B-D79CBD804048}"/>
    <pc:docChg chg="addSld modSld">
      <pc:chgData name="Boury Fries" userId="3f8d8554-fab3-4764-ac68-3715b85b6c80" providerId="ADAL" clId="{4E627FB3-04C7-446E-862B-D79CBD804048}" dt="2023-11-28T13:45:50.997" v="81" actId="20577"/>
      <pc:docMkLst>
        <pc:docMk/>
      </pc:docMkLst>
      <pc:sldChg chg="modSp mod">
        <pc:chgData name="Boury Fries" userId="3f8d8554-fab3-4764-ac68-3715b85b6c80" providerId="ADAL" clId="{4E627FB3-04C7-446E-862B-D79CBD804048}" dt="2023-11-28T13:43:47.989" v="31" actId="20577"/>
        <pc:sldMkLst>
          <pc:docMk/>
          <pc:sldMk cId="1114309558" sldId="257"/>
        </pc:sldMkLst>
        <pc:spChg chg="mod">
          <ac:chgData name="Boury Fries" userId="3f8d8554-fab3-4764-ac68-3715b85b6c80" providerId="ADAL" clId="{4E627FB3-04C7-446E-862B-D79CBD804048}" dt="2023-11-28T13:43:47.989" v="31" actId="20577"/>
          <ac:spMkLst>
            <pc:docMk/>
            <pc:sldMk cId="1114309558" sldId="257"/>
            <ac:spMk id="3" creationId="{64915428-ACD8-4B22-96DC-2806680ED3AB}"/>
          </ac:spMkLst>
        </pc:spChg>
      </pc:sldChg>
      <pc:sldChg chg="modSp mod">
        <pc:chgData name="Boury Fries" userId="3f8d8554-fab3-4764-ac68-3715b85b6c80" providerId="ADAL" clId="{4E627FB3-04C7-446E-862B-D79CBD804048}" dt="2023-11-28T13:44:13.807" v="39" actId="20577"/>
        <pc:sldMkLst>
          <pc:docMk/>
          <pc:sldMk cId="160499841" sldId="258"/>
        </pc:sldMkLst>
        <pc:spChg chg="mod">
          <ac:chgData name="Boury Fries" userId="3f8d8554-fab3-4764-ac68-3715b85b6c80" providerId="ADAL" clId="{4E627FB3-04C7-446E-862B-D79CBD804048}" dt="2023-11-28T13:44:13.807" v="39" actId="20577"/>
          <ac:spMkLst>
            <pc:docMk/>
            <pc:sldMk cId="160499841" sldId="258"/>
            <ac:spMk id="3" creationId="{64915428-ACD8-4B22-96DC-2806680ED3AB}"/>
          </ac:spMkLst>
        </pc:spChg>
      </pc:sldChg>
      <pc:sldChg chg="modSp mod">
        <pc:chgData name="Boury Fries" userId="3f8d8554-fab3-4764-ac68-3715b85b6c80" providerId="ADAL" clId="{4E627FB3-04C7-446E-862B-D79CBD804048}" dt="2023-11-28T13:45:43.430" v="76" actId="20577"/>
        <pc:sldMkLst>
          <pc:docMk/>
          <pc:sldMk cId="3267762851" sldId="259"/>
        </pc:sldMkLst>
        <pc:spChg chg="mod">
          <ac:chgData name="Boury Fries" userId="3f8d8554-fab3-4764-ac68-3715b85b6c80" providerId="ADAL" clId="{4E627FB3-04C7-446E-862B-D79CBD804048}" dt="2023-11-28T13:45:43.430" v="76" actId="20577"/>
          <ac:spMkLst>
            <pc:docMk/>
            <pc:sldMk cId="3267762851" sldId="259"/>
            <ac:spMk id="2" creationId="{EF6BB071-C63E-40D3-93C6-9F99F27862FE}"/>
          </ac:spMkLst>
        </pc:spChg>
        <pc:spChg chg="mod">
          <ac:chgData name="Boury Fries" userId="3f8d8554-fab3-4764-ac68-3715b85b6c80" providerId="ADAL" clId="{4E627FB3-04C7-446E-862B-D79CBD804048}" dt="2023-11-28T13:45:40.351" v="72" actId="6549"/>
          <ac:spMkLst>
            <pc:docMk/>
            <pc:sldMk cId="3267762851" sldId="259"/>
            <ac:spMk id="3" creationId="{64915428-ACD8-4B22-96DC-2806680ED3AB}"/>
          </ac:spMkLst>
        </pc:spChg>
      </pc:sldChg>
      <pc:sldChg chg="modSp add mod">
        <pc:chgData name="Boury Fries" userId="3f8d8554-fab3-4764-ac68-3715b85b6c80" providerId="ADAL" clId="{4E627FB3-04C7-446E-862B-D79CBD804048}" dt="2023-11-28T13:45:50.997" v="81" actId="20577"/>
        <pc:sldMkLst>
          <pc:docMk/>
          <pc:sldMk cId="1652142467" sldId="262"/>
        </pc:sldMkLst>
        <pc:spChg chg="mod">
          <ac:chgData name="Boury Fries" userId="3f8d8554-fab3-4764-ac68-3715b85b6c80" providerId="ADAL" clId="{4E627FB3-04C7-446E-862B-D79CBD804048}" dt="2023-11-28T13:45:46.970" v="80" actId="20577"/>
          <ac:spMkLst>
            <pc:docMk/>
            <pc:sldMk cId="1652142467" sldId="262"/>
            <ac:spMk id="2" creationId="{EF6BB071-C63E-40D3-93C6-9F99F27862FE}"/>
          </ac:spMkLst>
        </pc:spChg>
        <pc:spChg chg="mod">
          <ac:chgData name="Boury Fries" userId="3f8d8554-fab3-4764-ac68-3715b85b6c80" providerId="ADAL" clId="{4E627FB3-04C7-446E-862B-D79CBD804048}" dt="2023-11-28T13:45:50.997" v="81" actId="20577"/>
          <ac:spMkLst>
            <pc:docMk/>
            <pc:sldMk cId="1652142467" sldId="262"/>
            <ac:spMk id="3" creationId="{64915428-ACD8-4B22-96DC-2806680ED3AB}"/>
          </ac:spMkLst>
        </pc:spChg>
      </pc:sldChg>
    </pc:docChg>
  </pc:docChgLst>
  <pc:docChgLst>
    <pc:chgData name="Vandaele Yosha" userId="S::yosha.vandaele@howest.be::9e46ddaf-df5a-4623-8add-fe0b947d6181" providerId="AD" clId="Web-{E204D132-4CFC-4F24-0FBD-6FDAF349B147}"/>
    <pc:docChg chg="modSld">
      <pc:chgData name="Vandaele Yosha" userId="S::yosha.vandaele@howest.be::9e46ddaf-df5a-4623-8add-fe0b947d6181" providerId="AD" clId="Web-{E204D132-4CFC-4F24-0FBD-6FDAF349B147}" dt="2021-12-17T14:47:42.196" v="195" actId="20577"/>
      <pc:docMkLst>
        <pc:docMk/>
      </pc:docMkLst>
      <pc:sldChg chg="modSp">
        <pc:chgData name="Vandaele Yosha" userId="S::yosha.vandaele@howest.be::9e46ddaf-df5a-4623-8add-fe0b947d6181" providerId="AD" clId="Web-{E204D132-4CFC-4F24-0FBD-6FDAF349B147}" dt="2021-12-17T14:47:42.196" v="195" actId="20577"/>
        <pc:sldMkLst>
          <pc:docMk/>
          <pc:sldMk cId="949077770" sldId="256"/>
        </pc:sldMkLst>
        <pc:spChg chg="mod">
          <ac:chgData name="Vandaele Yosha" userId="S::yosha.vandaele@howest.be::9e46ddaf-df5a-4623-8add-fe0b947d6181" providerId="AD" clId="Web-{E204D132-4CFC-4F24-0FBD-6FDAF349B147}" dt="2021-12-17T14:47:42.196" v="195" actId="20577"/>
          <ac:spMkLst>
            <pc:docMk/>
            <pc:sldMk cId="949077770" sldId="256"/>
            <ac:spMk id="3" creationId="{510651AA-5F60-4B6E-8386-AEA67C018DF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AAC4-8D12-47CF-BE43-7EB46A4D5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ED39AEBC-7606-4ADC-B5B0-6A3BC80A2F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B350DAEE-C80D-4F35-B786-91FB7CA480D2}"/>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74D2E275-2AB5-4A66-A8E8-90F9ABC8D59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FAA5F36-6144-4864-8555-3C920AD71E5E}"/>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51827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551CC-2784-471A-819A-0BB647B6B127}"/>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38BF8D80-3B7B-4F28-AEFD-D834AEBCC6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291B208A-B304-4974-A753-A386793B0774}"/>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29D83DB3-E76E-4DCC-A934-DE6FC576289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25E50E5-487F-4F26-B329-FF396CB20DE5}"/>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382583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B2E1F-FBE7-4F65-94C7-B636380FEB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C18C9729-7ECE-4365-98F3-8DFF780FEB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FA8B8C-4C53-4B4C-BD2C-864D0D7B33FA}"/>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A7D7CEA2-7CAF-4851-A38B-618DD216F07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CABB7E0B-5EA5-473D-BF56-D86D080A70F3}"/>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376676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935E0-152D-4AF7-BD87-955474D08821}"/>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33689FBD-9AF6-494E-A906-31E047899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8009ECF5-FC69-44A2-865A-BF59EEA41D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C7F44A24-6932-4F11-BD5E-0F51DF2B1EA0}"/>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6" name="Footer Placeholder 5">
            <a:extLst>
              <a:ext uri="{FF2B5EF4-FFF2-40B4-BE49-F238E27FC236}">
                <a16:creationId xmlns:a16="http://schemas.microsoft.com/office/drawing/2014/main" id="{CDBA03F3-39FB-4D6C-8751-A7EDF6009A68}"/>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3E43C9F-1845-44AD-86AA-8D2EC39EB919}"/>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12249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E56D3-AB15-4310-A6DA-FCCC1300916F}"/>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E2F4F9E5-544E-408F-9A5B-5A9D043BB0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64E7D5-72F6-463A-BA78-97C231B73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6520D308-9D2F-4E2B-98E8-42F65039F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9D9437-C09B-4818-B72A-8E54A3BA3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13395E20-1927-449F-8CA5-4628C2F5A1DE}"/>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8" name="Footer Placeholder 7">
            <a:extLst>
              <a:ext uri="{FF2B5EF4-FFF2-40B4-BE49-F238E27FC236}">
                <a16:creationId xmlns:a16="http://schemas.microsoft.com/office/drawing/2014/main" id="{2288AC43-B655-428D-AE3D-DB74BBB15E7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CE5E8EE6-694D-461F-AE93-765F8A3E36C3}"/>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9257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436E-1F26-4110-83C7-943D2F425317}"/>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3318F822-E6C7-462B-97CD-78D3D4DF097C}"/>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4" name="Footer Placeholder 3">
            <a:extLst>
              <a:ext uri="{FF2B5EF4-FFF2-40B4-BE49-F238E27FC236}">
                <a16:creationId xmlns:a16="http://schemas.microsoft.com/office/drawing/2014/main" id="{BDE2244D-E53E-43D0-A4F2-9C9D674BBEF3}"/>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AD203CDC-F7C2-4A6E-A008-CEB3A6D5844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3275667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3D8CF-1BB0-4BB5-A3C3-69A22ECD532E}"/>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3" name="Footer Placeholder 2">
            <a:extLst>
              <a:ext uri="{FF2B5EF4-FFF2-40B4-BE49-F238E27FC236}">
                <a16:creationId xmlns:a16="http://schemas.microsoft.com/office/drawing/2014/main" id="{CFFAB160-C248-403F-AD25-158A965BEF26}"/>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F8F1B489-7B94-4B54-B3AF-E8AF8FD5036B}"/>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938068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942C-8A0D-4781-A8F3-57B3EE3CD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10FE01E5-1D61-43C7-B6CD-7037DCB14F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FA3A444E-E01C-4A28-83F1-E48254F6B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88AD5B-93CF-4725-B418-C1ADE03F364C}"/>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6" name="Footer Placeholder 5">
            <a:extLst>
              <a:ext uri="{FF2B5EF4-FFF2-40B4-BE49-F238E27FC236}">
                <a16:creationId xmlns:a16="http://schemas.microsoft.com/office/drawing/2014/main" id="{1DC9DC45-0596-4AB3-91ED-EC8B0A889B6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0BB3885-5DD4-4DA8-B5F5-40745170FE2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223037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9836-3F3C-4E2F-9190-DEB510EE6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9EB6E0E5-A1D5-4606-A4EC-5A8116A48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3D841ED8-FBEC-48EB-B5A6-F5032E101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5DA45B-1955-45CA-80B0-66008EC0F9F5}"/>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6" name="Footer Placeholder 5">
            <a:extLst>
              <a:ext uri="{FF2B5EF4-FFF2-40B4-BE49-F238E27FC236}">
                <a16:creationId xmlns:a16="http://schemas.microsoft.com/office/drawing/2014/main" id="{523C90FA-53E2-41CE-BD63-ECA490D3EB05}"/>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08A9B8D-2082-4BE4-BCE5-07F8F933441F}"/>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1877860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18EC-44E3-4FD6-AF24-AC5021AFCCD3}"/>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4D538C05-3BE4-4F1F-A85F-EBF60F029F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D86A43FC-668F-4A16-B33A-A1704CA88B2C}"/>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3084EA9D-B745-4822-9D4F-8E34B4550A31}"/>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511FCBD-2F9B-4E40-B993-5543BC625C3D}"/>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915545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262F4C-847A-45E8-89DF-86FADD929C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34B5F776-752A-4772-8F18-20F7169A31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DA0D1A1-5C8E-4021-A99C-3556DF8A3F38}"/>
              </a:ext>
            </a:extLst>
          </p:cNvPr>
          <p:cNvSpPr>
            <a:spLocks noGrp="1"/>
          </p:cNvSpPr>
          <p:nvPr>
            <p:ph type="dt" sz="half" idx="10"/>
          </p:nvPr>
        </p:nvSpPr>
        <p:spPr/>
        <p:txBody>
          <a:body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522E59EE-6B67-4900-9B15-8052B4D9873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5CC593B4-0982-4C28-9583-53F588B94584}"/>
              </a:ext>
            </a:extLst>
          </p:cNvPr>
          <p:cNvSpPr>
            <a:spLocks noGrp="1"/>
          </p:cNvSpPr>
          <p:nvPr>
            <p:ph type="sldNum" sz="quarter" idx="12"/>
          </p:nvPr>
        </p:nvSpPr>
        <p:spPr/>
        <p:txBody>
          <a:bodyPr/>
          <a:lstStyle/>
          <a:p>
            <a:fld id="{F15161DE-E191-4798-91BE-355EA90292A5}" type="slidenum">
              <a:rPr lang="en-BE" smtClean="0"/>
              <a:t>‹#›</a:t>
            </a:fld>
            <a:endParaRPr lang="en-BE"/>
          </a:p>
        </p:txBody>
      </p:sp>
    </p:spTree>
    <p:extLst>
      <p:ext uri="{BB962C8B-B14F-4D97-AF65-F5344CB8AC3E}">
        <p14:creationId xmlns:p14="http://schemas.microsoft.com/office/powerpoint/2010/main" val="4095448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389769-7B4A-4C8C-94A2-1CE676F46A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3126073D-45AC-4934-9FAA-61975D5C06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6B875320-EECE-4069-9EC1-5688F7A88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085877-2B37-48E7-8B6D-4D4ED486130A}" type="datetimeFigureOut">
              <a:rPr lang="en-BE" smtClean="0"/>
              <a:t>06/07/2026</a:t>
            </a:fld>
            <a:endParaRPr lang="en-BE"/>
          </a:p>
        </p:txBody>
      </p:sp>
      <p:sp>
        <p:nvSpPr>
          <p:cNvPr id="5" name="Footer Placeholder 4">
            <a:extLst>
              <a:ext uri="{FF2B5EF4-FFF2-40B4-BE49-F238E27FC236}">
                <a16:creationId xmlns:a16="http://schemas.microsoft.com/office/drawing/2014/main" id="{37E6D776-80A5-466B-B9A0-F462DF91C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AE80D87A-C974-47EE-BF90-816BF0B07F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161DE-E191-4798-91BE-355EA90292A5}" type="slidenum">
              <a:rPr lang="en-BE" smtClean="0"/>
              <a:t>‹#›</a:t>
            </a:fld>
            <a:endParaRPr lang="en-BE"/>
          </a:p>
        </p:txBody>
      </p:sp>
    </p:spTree>
    <p:extLst>
      <p:ext uri="{BB962C8B-B14F-4D97-AF65-F5344CB8AC3E}">
        <p14:creationId xmlns:p14="http://schemas.microsoft.com/office/powerpoint/2010/main" val="4188178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5F04-C22A-42D7-B131-70E81FD946E9}"/>
              </a:ext>
            </a:extLst>
          </p:cNvPr>
          <p:cNvSpPr>
            <a:spLocks noGrp="1"/>
          </p:cNvSpPr>
          <p:nvPr>
            <p:ph type="ctrTitle"/>
          </p:nvPr>
        </p:nvSpPr>
        <p:spPr/>
        <p:txBody>
          <a:bodyPr/>
          <a:lstStyle/>
          <a:p>
            <a:r>
              <a:rPr lang="en-US" dirty="0"/>
              <a:t>GPP Exam: Zombie AI</a:t>
            </a:r>
            <a:endParaRPr lang="en-BE" dirty="0"/>
          </a:p>
        </p:txBody>
      </p:sp>
    </p:spTree>
    <p:extLst>
      <p:ext uri="{BB962C8B-B14F-4D97-AF65-F5344CB8AC3E}">
        <p14:creationId xmlns:p14="http://schemas.microsoft.com/office/powerpoint/2010/main" val="94907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a:xfrm>
            <a:off x="170173" y="-163704"/>
            <a:ext cx="10515600" cy="1325563"/>
          </a:xfrm>
        </p:spPr>
        <p:txBody>
          <a:bodyPr/>
          <a:lstStyle/>
          <a:p>
            <a:r>
              <a:rPr lang="en-US" dirty="0"/>
              <a:t>Decision Making</a:t>
            </a:r>
            <a:endParaRPr lang="en-BE" dirty="0"/>
          </a:p>
        </p:txBody>
      </p:sp>
      <p:pic>
        <p:nvPicPr>
          <p:cNvPr id="5" name="Picture 4">
            <a:extLst>
              <a:ext uri="{FF2B5EF4-FFF2-40B4-BE49-F238E27FC236}">
                <a16:creationId xmlns:a16="http://schemas.microsoft.com/office/drawing/2014/main" id="{79C7C1EE-4BB2-9AD8-BBC2-6C6B5C5F8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417" y="1161859"/>
            <a:ext cx="8996356" cy="51304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14309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a:xfrm>
            <a:off x="169334" y="0"/>
            <a:ext cx="10515600" cy="1325563"/>
          </a:xfrm>
        </p:spPr>
        <p:txBody>
          <a:bodyPr/>
          <a:lstStyle/>
          <a:p>
            <a:r>
              <a:rPr lang="en-US" dirty="0"/>
              <a:t>Enemy handling</a:t>
            </a:r>
            <a:endParaRPr lang="en-BE" dirty="0"/>
          </a:p>
        </p:txBody>
      </p:sp>
      <p:pic>
        <p:nvPicPr>
          <p:cNvPr id="5" name="Content Placeholder 4">
            <a:extLst>
              <a:ext uri="{FF2B5EF4-FFF2-40B4-BE49-F238E27FC236}">
                <a16:creationId xmlns:a16="http://schemas.microsoft.com/office/drawing/2014/main" id="{37E4E432-4F6C-B6D1-B9FD-94C33E92E1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0800" y="3947734"/>
            <a:ext cx="4494886" cy="2528373"/>
          </a:xfrm>
          <a:prstGeom prst="rect">
            <a:avLst/>
          </a:prstGeom>
        </p:spPr>
      </p:pic>
      <p:pic>
        <p:nvPicPr>
          <p:cNvPr id="13" name="Picture 12">
            <a:extLst>
              <a:ext uri="{FF2B5EF4-FFF2-40B4-BE49-F238E27FC236}">
                <a16:creationId xmlns:a16="http://schemas.microsoft.com/office/drawing/2014/main" id="{1780C4BB-5415-F4CF-948F-584D01A2DF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728296"/>
            <a:ext cx="2893908" cy="2713039"/>
          </a:xfrm>
          <a:prstGeom prst="rect">
            <a:avLst/>
          </a:prstGeom>
        </p:spPr>
      </p:pic>
      <p:sp>
        <p:nvSpPr>
          <p:cNvPr id="14" name="TextBox 13">
            <a:extLst>
              <a:ext uri="{FF2B5EF4-FFF2-40B4-BE49-F238E27FC236}">
                <a16:creationId xmlns:a16="http://schemas.microsoft.com/office/drawing/2014/main" id="{C0EBC164-0408-895F-E0EC-EEC9118FD277}"/>
              </a:ext>
            </a:extLst>
          </p:cNvPr>
          <p:cNvSpPr txBox="1"/>
          <p:nvPr/>
        </p:nvSpPr>
        <p:spPr>
          <a:xfrm>
            <a:off x="230292" y="1430384"/>
            <a:ext cx="5334000" cy="1015663"/>
          </a:xfrm>
          <a:prstGeom prst="rect">
            <a:avLst/>
          </a:prstGeom>
          <a:noFill/>
        </p:spPr>
        <p:txBody>
          <a:bodyPr wrap="square" rtlCol="0">
            <a:spAutoFit/>
          </a:bodyPr>
          <a:lstStyle/>
          <a:p>
            <a:r>
              <a:rPr lang="en-GB" sz="2000" b="1" dirty="0"/>
              <a:t>Item Usage</a:t>
            </a:r>
          </a:p>
          <a:p>
            <a:pPr marL="285750" indent="-285750">
              <a:buFont typeface="Arial" panose="020B0604020202020204" pitchFamily="34" charset="0"/>
              <a:buChar char="•"/>
            </a:pPr>
            <a:r>
              <a:rPr lang="en-GB" sz="2000" dirty="0"/>
              <a:t>Uses medkit when health drops below 5</a:t>
            </a:r>
          </a:p>
          <a:p>
            <a:pPr marL="285750" indent="-285750">
              <a:buFont typeface="Arial" panose="020B0604020202020204" pitchFamily="34" charset="0"/>
              <a:buChar char="•"/>
            </a:pPr>
            <a:r>
              <a:rPr lang="en-GB" sz="2000" dirty="0"/>
              <a:t>Eats food when stamina drops below 5</a:t>
            </a:r>
          </a:p>
        </p:txBody>
      </p:sp>
      <p:sp>
        <p:nvSpPr>
          <p:cNvPr id="15" name="TextBox 14">
            <a:extLst>
              <a:ext uri="{FF2B5EF4-FFF2-40B4-BE49-F238E27FC236}">
                <a16:creationId xmlns:a16="http://schemas.microsoft.com/office/drawing/2014/main" id="{3072540E-DFB1-DF28-C747-16229258B9EF}"/>
              </a:ext>
            </a:extLst>
          </p:cNvPr>
          <p:cNvSpPr txBox="1"/>
          <p:nvPr/>
        </p:nvSpPr>
        <p:spPr>
          <a:xfrm>
            <a:off x="230292" y="2898550"/>
            <a:ext cx="5334000" cy="1631216"/>
          </a:xfrm>
          <a:prstGeom prst="rect">
            <a:avLst/>
          </a:prstGeom>
          <a:noFill/>
        </p:spPr>
        <p:txBody>
          <a:bodyPr wrap="square" rtlCol="0">
            <a:spAutoFit/>
          </a:bodyPr>
          <a:lstStyle/>
          <a:p>
            <a:r>
              <a:rPr lang="en-GB" sz="2000" b="1" dirty="0"/>
              <a:t>Aiming and Shooting</a:t>
            </a:r>
          </a:p>
          <a:p>
            <a:pPr marL="285750" indent="-285750">
              <a:buFont typeface="Arial" panose="020B0604020202020204" pitchFamily="34" charset="0"/>
              <a:buChar char="•"/>
            </a:pPr>
            <a:r>
              <a:rPr lang="en-GB" sz="2000" dirty="0"/>
              <a:t>When zombie is spotted via perception or attacking from behind, survivor checks if he has a weapon and enters FightBack state</a:t>
            </a:r>
          </a:p>
          <a:p>
            <a:pPr marL="285750" indent="-285750">
              <a:buFont typeface="Arial" panose="020B0604020202020204" pitchFamily="34" charset="0"/>
              <a:buChar char="•"/>
            </a:pPr>
            <a:r>
              <a:rPr lang="en-GB" sz="2000" dirty="0"/>
              <a:t>Spins, faces zombie and shoots</a:t>
            </a:r>
          </a:p>
        </p:txBody>
      </p:sp>
      <p:sp>
        <p:nvSpPr>
          <p:cNvPr id="16" name="TextBox 15">
            <a:extLst>
              <a:ext uri="{FF2B5EF4-FFF2-40B4-BE49-F238E27FC236}">
                <a16:creationId xmlns:a16="http://schemas.microsoft.com/office/drawing/2014/main" id="{72609D98-AFA2-8306-C836-5AC12A36A444}"/>
              </a:ext>
            </a:extLst>
          </p:cNvPr>
          <p:cNvSpPr txBox="1"/>
          <p:nvPr/>
        </p:nvSpPr>
        <p:spPr>
          <a:xfrm>
            <a:off x="230292" y="4982269"/>
            <a:ext cx="5334000" cy="1015663"/>
          </a:xfrm>
          <a:prstGeom prst="rect">
            <a:avLst/>
          </a:prstGeom>
          <a:noFill/>
        </p:spPr>
        <p:txBody>
          <a:bodyPr wrap="square" rtlCol="0">
            <a:spAutoFit/>
          </a:bodyPr>
          <a:lstStyle/>
          <a:p>
            <a:r>
              <a:rPr lang="en-GB" sz="2000" b="1" dirty="0"/>
              <a:t>Fleeing</a:t>
            </a:r>
          </a:p>
          <a:p>
            <a:pPr marL="285750" indent="-285750">
              <a:buFont typeface="Arial" panose="020B0604020202020204" pitchFamily="34" charset="0"/>
              <a:buChar char="•"/>
            </a:pPr>
            <a:r>
              <a:rPr lang="en-GB" sz="2000" dirty="0"/>
              <a:t>If zombie is attacking and the survivor has no weapon, survivor enters Flee state</a:t>
            </a:r>
          </a:p>
        </p:txBody>
      </p:sp>
    </p:spTree>
    <p:extLst>
      <p:ext uri="{BB962C8B-B14F-4D97-AF65-F5344CB8AC3E}">
        <p14:creationId xmlns:p14="http://schemas.microsoft.com/office/powerpoint/2010/main" val="3827530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p:txBody>
          <a:bodyPr/>
          <a:lstStyle/>
          <a:p>
            <a:r>
              <a:rPr lang="en-US"/>
              <a:t>Inventory</a:t>
            </a:r>
            <a:endParaRPr lang="en-BE"/>
          </a:p>
        </p:txBody>
      </p:sp>
      <p:sp>
        <p:nvSpPr>
          <p:cNvPr id="3" name="Content Placeholder 2">
            <a:extLst>
              <a:ext uri="{FF2B5EF4-FFF2-40B4-BE49-F238E27FC236}">
                <a16:creationId xmlns:a16="http://schemas.microsoft.com/office/drawing/2014/main" id="{64915428-ACD8-4B22-96DC-2806680ED3AB}"/>
              </a:ext>
            </a:extLst>
          </p:cNvPr>
          <p:cNvSpPr>
            <a:spLocks noGrp="1"/>
          </p:cNvSpPr>
          <p:nvPr>
            <p:ph idx="1"/>
          </p:nvPr>
        </p:nvSpPr>
        <p:spPr/>
        <p:txBody>
          <a:bodyPr/>
          <a:lstStyle/>
          <a:p>
            <a:r>
              <a:rPr lang="en-GB" dirty="0"/>
              <a:t>Items are registered from AgentMemory via perception when seen, and forgotten after ItemForgetTime seconds</a:t>
            </a:r>
          </a:p>
          <a:p>
            <a:r>
              <a:rPr lang="en-GB" dirty="0"/>
              <a:t>When entering CollectState, the survivor prioritizes weapons if unarmed, medkit if health is below 50%, or just the closest item</a:t>
            </a:r>
          </a:p>
          <a:p>
            <a:r>
              <a:rPr lang="en-GB" dirty="0"/>
              <a:t>HandleItemUsage() checks every frame when items should be used: medkit when health is below 5, food when stamina is below 5</a:t>
            </a:r>
          </a:p>
          <a:p>
            <a:r>
              <a:rPr lang="en-GB" dirty="0"/>
              <a:t>When inventory is full, the survivor exits CollectState, remembering unvisited houses, so it can return to them later when the inventory frees up</a:t>
            </a:r>
            <a:endParaRPr lang="en-BE" dirty="0"/>
          </a:p>
          <a:p>
            <a:endParaRPr lang="en-BE" dirty="0"/>
          </a:p>
        </p:txBody>
      </p:sp>
    </p:spTree>
    <p:extLst>
      <p:ext uri="{BB962C8B-B14F-4D97-AF65-F5344CB8AC3E}">
        <p14:creationId xmlns:p14="http://schemas.microsoft.com/office/powerpoint/2010/main" val="160499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p:txBody>
          <a:bodyPr/>
          <a:lstStyle/>
          <a:p>
            <a:r>
              <a:rPr lang="en-US" dirty="0"/>
              <a:t>Movement - Steering</a:t>
            </a:r>
            <a:endParaRPr lang="en-BE" dirty="0"/>
          </a:p>
        </p:txBody>
      </p:sp>
      <p:sp>
        <p:nvSpPr>
          <p:cNvPr id="3" name="Content Placeholder 2">
            <a:extLst>
              <a:ext uri="{FF2B5EF4-FFF2-40B4-BE49-F238E27FC236}">
                <a16:creationId xmlns:a16="http://schemas.microsoft.com/office/drawing/2014/main" id="{64915428-ACD8-4B22-96DC-2806680ED3AB}"/>
              </a:ext>
            </a:extLst>
          </p:cNvPr>
          <p:cNvSpPr>
            <a:spLocks noGrp="1"/>
          </p:cNvSpPr>
          <p:nvPr>
            <p:ph idx="1"/>
          </p:nvPr>
        </p:nvSpPr>
        <p:spPr/>
        <p:txBody>
          <a:bodyPr/>
          <a:lstStyle/>
          <a:p>
            <a:r>
              <a:rPr lang="en-GB" dirty="0"/>
              <a:t>Uses Seek steering behavior in CollectState to move toward a target item</a:t>
            </a:r>
          </a:p>
          <a:p>
            <a:r>
              <a:rPr lang="en-GB" dirty="0"/>
              <a:t>All other states use path following via the Navigation System</a:t>
            </a:r>
            <a:endParaRPr lang="en-BE" dirty="0"/>
          </a:p>
        </p:txBody>
      </p:sp>
    </p:spTree>
    <p:extLst>
      <p:ext uri="{BB962C8B-B14F-4D97-AF65-F5344CB8AC3E}">
        <p14:creationId xmlns:p14="http://schemas.microsoft.com/office/powerpoint/2010/main" val="3267762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B071-C63E-40D3-93C6-9F99F27862FE}"/>
              </a:ext>
            </a:extLst>
          </p:cNvPr>
          <p:cNvSpPr>
            <a:spLocks noGrp="1"/>
          </p:cNvSpPr>
          <p:nvPr>
            <p:ph type="title"/>
          </p:nvPr>
        </p:nvSpPr>
        <p:spPr/>
        <p:txBody>
          <a:bodyPr/>
          <a:lstStyle/>
          <a:p>
            <a:r>
              <a:rPr lang="en-US" dirty="0"/>
              <a:t>Movement </a:t>
            </a:r>
            <a:r>
              <a:rPr lang="en-US"/>
              <a:t>- Exploration</a:t>
            </a:r>
            <a:endParaRPr lang="en-BE" dirty="0"/>
          </a:p>
        </p:txBody>
      </p:sp>
      <p:sp>
        <p:nvSpPr>
          <p:cNvPr id="3" name="Content Placeholder 2">
            <a:extLst>
              <a:ext uri="{FF2B5EF4-FFF2-40B4-BE49-F238E27FC236}">
                <a16:creationId xmlns:a16="http://schemas.microsoft.com/office/drawing/2014/main" id="{64915428-ACD8-4B22-96DC-2806680ED3AB}"/>
              </a:ext>
            </a:extLst>
          </p:cNvPr>
          <p:cNvSpPr>
            <a:spLocks noGrp="1"/>
          </p:cNvSpPr>
          <p:nvPr>
            <p:ph idx="1"/>
          </p:nvPr>
        </p:nvSpPr>
        <p:spPr/>
        <p:txBody>
          <a:bodyPr/>
          <a:lstStyle/>
          <a:p>
            <a:r>
              <a:rPr lang="en-GB" dirty="0"/>
              <a:t>Survivor explores outward from spawn in a spiral pattern, advancing angle with 45 degrees and increasing radius each step</a:t>
            </a:r>
          </a:p>
          <a:p>
            <a:r>
              <a:rPr lang="en-GB" dirty="0"/>
              <a:t>When a house is spotted, the survivor navigates toward it, enters, marks it visited and collects the items. If inventory is full, it exits without marking the house as visited to return later</a:t>
            </a:r>
          </a:p>
          <a:p>
            <a:r>
              <a:rPr lang="en-GB" dirty="0"/>
              <a:t>AgentMemory keeps track of seen houses, visited houses, zombies, items and purge zones, each with its own forget rules</a:t>
            </a:r>
            <a:endParaRPr lang="en-BE" dirty="0"/>
          </a:p>
        </p:txBody>
      </p:sp>
    </p:spTree>
    <p:extLst>
      <p:ext uri="{BB962C8B-B14F-4D97-AF65-F5344CB8AC3E}">
        <p14:creationId xmlns:p14="http://schemas.microsoft.com/office/powerpoint/2010/main" val="1652142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TaxCatchAll xmlns="128482ec-0431-40d5-ab26-89ea2a4f3ccd" xsi:nil="true"/>
    <m99485b88215436a82099f8287cba0b0 xmlns="128482ec-0431-40d5-ab26-89ea2a4f3ccd">
      <Terms xmlns="http://schemas.microsoft.com/office/infopath/2007/PartnerControls"/>
    </m99485b88215436a82099f8287cba0b0>
    <lcf76f155ced4ddcb4097134ff3c332f xmlns="60eb0cf4-ae2a-4762-800a-cb593b869e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23942CCEB3A674D8F1F6472CCEFB38E" ma:contentTypeVersion="11" ma:contentTypeDescription="Create a new document." ma:contentTypeScope="" ma:versionID="e4de40d148e029d40e3aaddc8bf68a5e">
  <xsd:schema xmlns:xsd="http://www.w3.org/2001/XMLSchema" xmlns:xs="http://www.w3.org/2001/XMLSchema" xmlns:p="http://schemas.microsoft.com/office/2006/metadata/properties" xmlns:ns2="128482ec-0431-40d5-ab26-89ea2a4f3ccd" xmlns:ns3="60eb0cf4-ae2a-4762-800a-cb593b869ecb" xmlns:ns4="http://schemas.microsoft.com/sharepoint/v4" xmlns:ns5="a2e691a9-fcfc-4d85-a390-1894fe98bd9e" targetNamespace="http://schemas.microsoft.com/office/2006/metadata/properties" ma:root="true" ma:fieldsID="fce8e8bd091658f3fe51b22d57dec109" ns2:_="" ns3:_="" ns4:_="" ns5:_="">
    <xsd:import namespace="128482ec-0431-40d5-ab26-89ea2a4f3ccd"/>
    <xsd:import namespace="60eb0cf4-ae2a-4762-800a-cb593b869ecb"/>
    <xsd:import namespace="http://schemas.microsoft.com/sharepoint/v4"/>
    <xsd:import namespace="a2e691a9-fcfc-4d85-a390-1894fe98bd9e"/>
    <xsd:element name="properties">
      <xsd:complexType>
        <xsd:sequence>
          <xsd:element name="documentManagement">
            <xsd:complexType>
              <xsd:all>
                <xsd:element ref="ns2:m99485b88215436a82099f8287cba0b0" minOccurs="0"/>
                <xsd:element ref="ns2:TaxCatchAll"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4:IconOverlay" minOccurs="0"/>
                <xsd:element ref="ns5:SharedWithUsers" minOccurs="0"/>
                <xsd:element ref="ns5:SharedWithDetail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8482ec-0431-40d5-ab26-89ea2a4f3ccd" elementFormDefault="qualified">
    <xsd:import namespace="http://schemas.microsoft.com/office/2006/documentManagement/types"/>
    <xsd:import namespace="http://schemas.microsoft.com/office/infopath/2007/PartnerControls"/>
    <xsd:element name="m99485b88215436a82099f8287cba0b0" ma:index="9" nillable="true" ma:taxonomy="true" ma:internalName="m99485b88215436a82099f8287cba0b0" ma:taxonomyFieldName="Kernteam" ma:displayName="Kernteam" ma:default="" ma:fieldId="{699485b8-8215-436a-8209-9f8287cba0b0}" ma:taxonomyMulti="true" ma:sspId="9d9af33d-1c7e-4655-8224-df3a670842a4" ma:termSetId="f2199854-b90f-4d12-b5f9-723340d5e437"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26a5f98c-5cc8-4015-9754-f7f59d70125b}" ma:internalName="TaxCatchAll" ma:showField="CatchAllData" ma:web="128482ec-0431-40d5-ab26-89ea2a4f3cc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0eb0cf4-ae2a-4762-800a-cb593b869e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9d9af33d-1c7e-4655-8224-df3a670842a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7"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e691a9-fcfc-4d85-a390-1894fe98bd9e" elementFormDefault="qualified">
    <xsd:import namespace="http://schemas.microsoft.com/office/2006/documentManagement/types"/>
    <xsd:import namespace="http://schemas.microsoft.com/office/infopath/2007/PartnerControls"/>
    <xsd:element name="SharedWithUsers" ma:index="18" nillable="true" ma:displayName="Gedeeld met"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43389A-7EE0-4951-8919-E91DD69E3687}">
  <ds:schemaRefs>
    <ds:schemaRef ds:uri="128482ec-0431-40d5-ab26-89ea2a4f3ccd"/>
    <ds:schemaRef ds:uri="http://schemas.microsoft.com/office/2006/metadata/properties"/>
    <ds:schemaRef ds:uri="http://schemas.microsoft.com/office/infopath/2007/PartnerControls"/>
    <ds:schemaRef ds:uri="http://schemas.microsoft.com/sharepoint/v4"/>
    <ds:schemaRef ds:uri="60eb0cf4-ae2a-4762-800a-cb593b869ecb"/>
  </ds:schemaRefs>
</ds:datastoreItem>
</file>

<file path=customXml/itemProps2.xml><?xml version="1.0" encoding="utf-8"?>
<ds:datastoreItem xmlns:ds="http://schemas.openxmlformats.org/officeDocument/2006/customXml" ds:itemID="{D7B8C5DE-3345-4025-A942-C5AA68E555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8482ec-0431-40d5-ab26-89ea2a4f3ccd"/>
    <ds:schemaRef ds:uri="60eb0cf4-ae2a-4762-800a-cb593b869ecb"/>
    <ds:schemaRef ds:uri="http://schemas.microsoft.com/sharepoint/v4"/>
    <ds:schemaRef ds:uri="a2e691a9-fcfc-4d85-a390-1894fe98bd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F8EC6D1-CB19-4400-AD0A-0C75CD884A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224</TotalTime>
  <Words>270</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GPP Exam: Zombie AI</vt:lpstr>
      <vt:lpstr>Decision Making</vt:lpstr>
      <vt:lpstr>Enemy handling</vt:lpstr>
      <vt:lpstr>Inventory</vt:lpstr>
      <vt:lpstr>Movement - Steering</vt:lpstr>
      <vt:lpstr>Movement - Exploration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GPP Exam: Zombie AI</dc:title>
  <dc:creator>Vandaele Yosha</dc:creator>
  <cp:lastModifiedBy>Dimana RADEVA</cp:lastModifiedBy>
  <cp:revision>13</cp:revision>
  <dcterms:created xsi:type="dcterms:W3CDTF">2021-12-17T12:45:32Z</dcterms:created>
  <dcterms:modified xsi:type="dcterms:W3CDTF">2026-06-07T15:01:25Z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0x010100723942CCEB3A674D8F1F6472CCEFB38E</vt:lpwstr>
  </property>
  <property fmtid="{D5CDD505-2E9C-101B-9397-08002B2CF9AE}" pid="3" name="Kernteam">
    <vt:lpwstr/>
  </property>
  <property fmtid="{D5CDD505-2E9C-101B-9397-08002B2CF9AE}" pid="4" name="MediaServiceImageTags">
    <vt:lpwstr/>
  </property>
</Properties>
</file>